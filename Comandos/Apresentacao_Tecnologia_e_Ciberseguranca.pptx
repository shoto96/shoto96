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CURSO COMPLETO DE TECNOLOGIA E CIBERSEGURANÇA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Guia Mestre de Infraestrutura, DevOps, Desenvolvimento e Segurança Defensiva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40 Módulos de Conhecimento Prático e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TREINAMENTO DE TECNOLOGIA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Módulos 01 - 10: Sistemas, Automação &amp; DevOps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01-03: Sistemas Operacionais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Linux Master (Permissões, Processos, bash)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Git &amp; GitHub Workflow Profissional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Windows CMD &amp; PowerShell Cmdlets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04-06: Programação &amp; Dados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Python Automation &amp; Concorrência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Docker Containers &amp; Kubernetes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SQL Avançado &amp; Otimização de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8335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07-10: Redes &amp; Hardening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Automação Shell Script de Manutenção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Redes &amp; Diagnósticos (ss, tcpdump)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Hardening de Servidores Linux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DevOps, CI/CD &amp; Alta Disponibilidade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TREINAMENTO DE TECNOLOGIA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Módulos 11 - 20: Cloud, Cibersegurança &amp; Dados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11-13: Cloud &amp; Forense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Cloud Computing (AWS, Azure, GCP)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SOC, SIEM &amp; Resposta a Incidentes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Perícia Digital &amp; Forense (DFIR)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14-17: Cripto &amp; IA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Criptografia Avançada &amp; PKI / X.509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Desenvolvimento Web Fullstack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Engenharia de Dados &amp; Big Data (Spark)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Machine Learning &amp; Inteligência Artificial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8335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18-20: Segurança &amp; IaC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OWASP Top 10 &amp; Desenvolvimento Seguro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Segurança de Redes, Firewalls &amp; VPNs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Infraestrutura como Código (Terraform/Ansible)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TREINAMENTO DE TECNOLOGIA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Módulos 21 - 30: Arquitetura, AD &amp; Operações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21-23: AD &amp; Arquitetura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Hardening de Active Directory (AD Tiering)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Desenvolvimento Mobile (Flutter/React)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Arquitetura de Microsserviços &amp; SOLID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24-27: Defesa &amp; Inteligência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Engenharia Reversa &amp; Malware Analysis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Segurança Sem Fio (WPA3 Enterprise)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Threat Hunting &amp; Telemetria Sysmon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OSINT &amp; Proteção de E-mail (DMARC/SPF)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8335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28-30: APIs &amp; SRE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Segurança e Design de APIs (OAuth2/JWT)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Tuning de Kernel Linux &amp; Sysadmin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SRE, Métricas SLI/SLO/SLA e Observabilidade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TREINAMENTO DE TECNOLOGIA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Módulos 31 - 40: Defesa Avançada, Governança &amp; DRP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31-33: Zero Trust &amp; LGPD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Segurança de Containers (Trivy &amp; Falco)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Arquitetura Zero Trust &amp; MFA FIDO2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Conformidade: LGPD, GDPR &amp; ISO 27001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34-37: DevSecOps &amp; STRIDE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Administração de Banco de Dados (DBA)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DevSecOps &amp; Segurança em CI/CD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Sistemas Embarcados &amp; Segurança IoT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Modelagem de Ameaças (STRIDE)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8335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38-40: Incidentes &amp; Golang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Playbooks de Resposta a Incidentes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Desenvolvimento Backend em Go (Golang)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Plano de Recuperação de Desastres (DRP 3-2-1-1-0)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